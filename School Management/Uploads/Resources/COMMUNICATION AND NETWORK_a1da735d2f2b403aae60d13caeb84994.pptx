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11BD1-C173-2464-92ED-F1A14F591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67679-D606-32F3-9342-5AE659A3EB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1C2B0-DB24-662D-0435-27F78DA70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C5AF-749E-4D8A-8900-3E5FD02CB098}" type="datetimeFigureOut">
              <a:rPr lang="en-GB" smtClean="0"/>
              <a:t>10/07/2025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F37D4-AC3C-A600-C2C3-F10948A9B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0262E-8CD3-ED44-A323-2811FA2E8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F136A-9AA7-4D6A-8538-1FE54D78E0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21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E1024-2A85-065A-FC19-D0D1F877A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50A6A-8CAF-3F7D-1FB7-FA6487687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48126-16FD-BAD3-417D-C2E1E80A5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C5AF-749E-4D8A-8900-3E5FD02CB098}" type="datetimeFigureOut">
              <a:rPr lang="en-GB" smtClean="0"/>
              <a:t>10/07/2025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1DAE1-AC1C-A382-B240-66CD21B29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C76CE-FB8E-3D08-0D89-E6005C675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F136A-9AA7-4D6A-8538-1FE54D78E0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420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C657-BDE5-60BE-004A-4EDD0D65E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0BBF2-11F1-8DA2-1CF0-13ACCFDA2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B840C-4DBA-C2A7-A784-5F7FD6216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C5AF-749E-4D8A-8900-3E5FD02CB098}" type="datetimeFigureOut">
              <a:rPr lang="en-GB" smtClean="0"/>
              <a:t>10/07/2025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65112-276B-AB12-5EA9-E56D85836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7F667-FB60-E6DA-C943-26932D31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F136A-9AA7-4D6A-8538-1FE54D78E0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413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6AB3-CEF7-41C1-CF9B-6E6F79D70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CAACE-7B5D-E8C7-4078-C546954245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5A136A-2D70-7D20-FEF8-AD3FE7D36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A0EC3-CC2F-0A75-3AB7-94A6D5F5B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C5AF-749E-4D8A-8900-3E5FD02CB098}" type="datetimeFigureOut">
              <a:rPr lang="en-GB" smtClean="0"/>
              <a:t>10/07/2025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81FE7-0D29-B6A5-C4D9-3F81AD1E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CF70D-90EA-A50A-C8D3-60A1E4D8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F136A-9AA7-4D6A-8538-1FE54D78E0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574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F62AC-5306-0BD8-329D-79664F342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78F8A-F07B-CCD1-907E-00F4FCCB7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90B5F-92A9-9120-7DD1-13ECE2379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97312F-5202-165B-2676-6AAB39D8C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77BF62-C810-53F0-0460-0AD318C096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4F0C29-61F6-357C-FC17-1BA72682C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C5AF-749E-4D8A-8900-3E5FD02CB098}" type="datetimeFigureOut">
              <a:rPr lang="en-GB" smtClean="0"/>
              <a:t>10/07/2025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07B4E2-C150-D5A6-A18F-A70938C3E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6ABBB-187E-F4D4-EB62-053CD6BF8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F136A-9AA7-4D6A-8538-1FE54D78E0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598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58A18-31AE-4890-08E4-05A19D947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1B4989-F65C-A2B8-B7C4-CE2285A54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C5AF-749E-4D8A-8900-3E5FD02CB098}" type="datetimeFigureOut">
              <a:rPr lang="en-GB" smtClean="0"/>
              <a:t>10/07/2025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2A0AFE-F87B-B90A-BAB5-2B912D70F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E7932-5D38-32E5-E7FA-478D292F3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F136A-9AA7-4D6A-8538-1FE54D78E0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6177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FC666C-D6E5-F071-25B8-3DABE2B59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C5AF-749E-4D8A-8900-3E5FD02CB098}" type="datetimeFigureOut">
              <a:rPr lang="en-GB" smtClean="0"/>
              <a:t>10/07/2025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EDCD81-799E-C020-2397-BCE4E9DC3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1B9C2-B0AE-1D6B-0545-6D73056BA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F136A-9AA7-4D6A-8538-1FE54D78E0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376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1DA50-123A-603B-94BB-CCDDF771D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A7814-C932-95E5-9210-CF545A667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4C2FCE-D07C-F866-7EE1-C406C78F9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8E5C0-D8F8-9E7A-3CAB-80FB174EE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C5AF-749E-4D8A-8900-3E5FD02CB098}" type="datetimeFigureOut">
              <a:rPr lang="en-GB" smtClean="0"/>
              <a:t>10/07/2025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46676-6628-60D2-B7DE-D7EECB103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A63E6-28E8-EF99-8FE1-458CF509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F136A-9AA7-4D6A-8538-1FE54D78E0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809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D2BD8-D930-1037-1A6D-7D31373C1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C13CF0-DC1F-D857-8354-2A3C449500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C6DDE8-6FCF-3271-830F-A3C027AF0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B2114-FE54-962E-EB4E-A0C82602A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C5AF-749E-4D8A-8900-3E5FD02CB098}" type="datetimeFigureOut">
              <a:rPr lang="en-GB" smtClean="0"/>
              <a:t>10/07/2025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E3E6B-6CC5-00DB-B19D-AC75AF62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F3F1B-72FB-7938-E190-1D3AB831F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F136A-9AA7-4D6A-8538-1FE54D78E0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1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08FA1-4DD1-2F25-2726-1816A3785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02660-CD87-ABD8-13C5-F7EC953E0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0D167-4BD8-DDA6-8F1B-27BF6BAFB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C5AF-749E-4D8A-8900-3E5FD02CB098}" type="datetimeFigureOut">
              <a:rPr lang="en-GB" smtClean="0"/>
              <a:t>10/07/2025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C94F6-7891-4570-9377-064F1F9C2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26895-70F3-92FF-053F-B1182CCD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F136A-9AA7-4D6A-8538-1FE54D78E0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016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2651C7-1D19-F24E-49BE-E859BABFCF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17EC9-F95A-5B62-6B67-DA351125E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A1BA8-863F-7032-CAB2-7DA7D65F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C5AF-749E-4D8A-8900-3E5FD02CB098}" type="datetimeFigureOut">
              <a:rPr lang="en-GB" smtClean="0"/>
              <a:t>10/07/2025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4047B-7630-D007-9EAB-9C59A6847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6BE1E-A9FB-93E2-5C6B-22B42E4B1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F136A-9AA7-4D6A-8538-1FE54D78E0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399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028ADB-6E1F-940D-6772-FC08818B4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28E6A-4881-EA19-8186-64F894DF8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19353-F8A9-F339-0FC2-AAC667C640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6C5AF-749E-4D8A-8900-3E5FD02CB098}" type="datetimeFigureOut">
              <a:rPr lang="en-GB" smtClean="0"/>
              <a:t>10/07/2025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7DD90-149B-4B28-BDA6-7002D2C250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C5D4D-853F-6CAB-6077-4897D12AD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F136A-9AA7-4D6A-8538-1FE54D78E0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572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48DE3-C0FB-3CCD-369B-970DB729E0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COMMUNICATION AND NETWORK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42ECF-2C39-AFDE-0A2C-A53560A434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z="1800" i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INTERNET AND SOCIAL MEDIA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103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COMMUNICATION AND NETWORK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Yeboah</dc:creator>
  <cp:lastModifiedBy>Samuel Yeboah</cp:lastModifiedBy>
  <cp:revision>1</cp:revision>
  <dcterms:created xsi:type="dcterms:W3CDTF">2025-07-09T15:01:55Z</dcterms:created>
  <dcterms:modified xsi:type="dcterms:W3CDTF">2025-07-09T15:14:51Z</dcterms:modified>
</cp:coreProperties>
</file>